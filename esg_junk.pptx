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9" r:id="rId4"/>
    <p:sldId id="257" r:id="rId5"/>
    <p:sldId id="25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535" y="4217353"/>
            <a:ext cx="9144000" cy="23876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3556000" y="1313815"/>
            <a:ext cx="6376670" cy="3022600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endParaRPr sz="1600" b="0" i="0">
              <a:latin typeface="Segoe WPC"/>
              <a:ea typeface="Segoe WPC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7420" y="1557020"/>
            <a:ext cx="10296525" cy="374332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2449195" y="69977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altLang="en-US"/>
              <a:t>SNP global</a:t>
            </a:r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GB" altLang="en-US"/>
              <a:t>refinitve</a:t>
            </a:r>
            <a:endParaRPr lang="en-GB" alt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04240" y="2129155"/>
            <a:ext cx="10382250" cy="37433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pic>
        <p:nvPicPr>
          <p:cNvPr id="4" name="Content Placeholder 3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950210" y="1513840"/>
            <a:ext cx="4866640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1128395" y="1304290"/>
            <a:ext cx="10608310" cy="42291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spcBef>
                <a:spcPts val="200"/>
              </a:spcBef>
              <a:spcAft>
                <a:spcPts val="200"/>
              </a:spcAft>
              <a:buFont typeface="Arial" panose="020B0604020202020204"/>
              <a:buChar char="•"/>
            </a:pPr>
            <a:r>
              <a:rPr sz="2400">
                <a:latin typeface="Arial" panose="020B0604020202020204" pitchFamily="34" charset="0"/>
                <a:ea typeface="Segoe WPC"/>
                <a:cs typeface="Arial" panose="020B0604020202020204" pitchFamily="34" charset="0"/>
                <a:sym typeface="+mn-ea"/>
              </a:rPr>
              <a:t>Selection/universe effects: before sorting, your preprocessing tends to align signals and returns on a common non-missing universe. </a:t>
            </a:r>
            <a:r>
              <a:rPr sz="2400" b="1">
                <a:latin typeface="Arial" panose="020B0604020202020204" pitchFamily="34" charset="0"/>
                <a:ea typeface="Segoe WPC"/>
                <a:cs typeface="Arial" panose="020B0604020202020204" pitchFamily="34" charset="0"/>
                <a:sym typeface="+mn-ea"/>
              </a:rPr>
              <a:t>If ESG coverage is better for larger / higher-quality firms, the “High ESG” portfolio may end up drawing from a systematically stronger subset than other signals.</a:t>
            </a:r>
            <a:endParaRPr lang="en-US" sz="2400" b="1">
              <a:latin typeface="Arial" panose="020B0604020202020204" pitchFamily="34" charset="0"/>
              <a:ea typeface="Segoe WPC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313</Words>
  <Application>WPS Presentation</Application>
  <PresentationFormat>Widescreen</PresentationFormat>
  <Paragraphs>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Segoe WPC</vt:lpstr>
      <vt:lpstr>Arial</vt:lpstr>
      <vt:lpstr>Segoe Print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chris</dc:creator>
  <cp:lastModifiedBy>Christy</cp:lastModifiedBy>
  <cp:revision>3</cp:revision>
  <dcterms:created xsi:type="dcterms:W3CDTF">2025-07-23T00:59:00Z</dcterms:created>
  <dcterms:modified xsi:type="dcterms:W3CDTF">2026-05-06T16:14:20Z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45F4A027059D41F89EEF171B90A31FEE_11</vt:lpwstr>
  </property>
  <property fmtid="{D5CDD505-2E9C-101B-9397-08002B2CF9AE}" pid="3" name="KSOProductBuildVer">
    <vt:lpwstr>1033-12.1.0.25242</vt:lpwstr>
  </property>
</Properties>
</file>